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ONTAP • Amazon FSx • SVM • NFS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Storage engineering training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Architecture, operational commands, troubleshooting, and live EC2 demonstration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Audience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L1 and L1.5 storage support engineers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Learning outcome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Identify fault domain, isolate root cause, gather evidence, safely escalate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Explain the storage stack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ONTAP, FSx file system, SVM, FlexVol volume, namespace, protocol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Operate the service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Find management/data endpoints and run safe read-only commands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Troubleshoot incidents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Separate network, export policy, permissions, capacity, performance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Deliver a live lab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Mount the same FSx volume on two Ubuntu EC2 instances over NFSv4.1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Storage concepts: NAS vs block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NAS / NFS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A shared file namespace accessed over network; multiple EC2 clients may mount the same volume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Block / iSCSI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Presents a LUN to host operating systems; host filesystem and clustering rules apply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Management plane vs data plane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SSH to ONTAP administration is not the NFS path used by workloads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ONTAP deployment: logical and physical layers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11247120" cy="5029200"/>
          </a:xfrm>
          <a:prstGeom prst="roundRect">
            <a:avLst>
              <a:gd name="adj" fmla="val 1818"/>
            </a:avLst>
          </a:prstGeom>
          <a:solidFill>
            <a:srgbClr val="F7FBFD"/>
          </a:solidFill>
          <a:ln w="20320">
            <a:solidFill>
              <a:srgbClr val="1673B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1298448"/>
            <a:ext cx="11009376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332720" cy="685800"/>
          </a:xfrm>
          <a:prstGeom prst="roundRect">
            <a:avLst>
              <a:gd name="adj" fmla="val 13333"/>
            </a:avLst>
          </a:prstGeom>
          <a:solidFill>
            <a:srgbClr val="DDF2F0"/>
          </a:solidFill>
          <a:ln w="20320">
            <a:solidFill>
              <a:srgbClr val="00A6A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3272" y="1664208"/>
            <a:ext cx="1009497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Amazon FSx for NetApp ONTAP • AWS-managed service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097280" y="260604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EAF4FA"/>
          </a:solidFill>
          <a:ln w="20320">
            <a:solidFill>
              <a:srgbClr val="1673B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16152" y="2715768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ONTAP system / HA pair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by AWS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92240" y="260604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FFF3E6"/>
          </a:solidFill>
          <a:ln w="20320">
            <a:solidFill>
              <a:srgbClr val="F39B3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11112" y="2715768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Logical storage servers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92240" y="416052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EDF7F0"/>
          </a:solidFill>
          <a:ln w="20320">
            <a:solidFill>
              <a:srgbClr val="2686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11112" y="4270248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FlexVol volumes + NFS namespace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097280" y="4160520"/>
            <a:ext cx="4297680" cy="960120"/>
          </a:xfrm>
          <a:prstGeom prst="roundRect">
            <a:avLst>
              <a:gd name="adj" fmla="val 9524"/>
            </a:avLst>
          </a:prstGeom>
          <a:solidFill>
            <a:srgbClr val="EAF4FA"/>
          </a:solidFill>
          <a:ln w="20320">
            <a:solidFill>
              <a:srgbClr val="1673B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16152" y="4270248"/>
            <a:ext cx="40599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SSD capacity / throughput / HA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FSx provisioning and monitoring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641080" y="3566160"/>
            <a:ext cx="0" cy="594360"/>
          </a:xfrm>
          <a:prstGeom prst="line">
            <a:avLst/>
          </a:prstGeom>
          <a:noFill/>
          <a:ln w="25400">
            <a:solidFill>
              <a:srgbClr val="00A6A0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45720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Conceptual architecture • Not to scale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Amazon FSx for NetApp ONTAP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What AWS manages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Infrastructure, HA hardware, underlying storage service lifecycle, service-level operations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What customers manage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SVMs, volumes, protocol access, export policies, user permissions, workloads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Deployment design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Single-AZ or Multi-AZ choice; security groups and routing matter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Do not assume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FSx fsxadmin is equivalent to unrestricted ONTAP cluster administrator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Objects and ownership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FSx file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Top-level AWS resource: storage capacity, throughput, network configuration, HA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SVM (vserver)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Tenant-like logical storage server: own data endpoints and protocol settings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Volume (FlexVol)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Data container inside SVM; junction path makes it reachable via NFS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Export policy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Controls which NFS clients can access specific paths with which rights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0972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</a:rPr>
              <a:t>SVM architecture and shared NFS access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1430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DF7F0"/>
          </a:solidFill>
          <a:ln w="20320">
            <a:solidFill>
              <a:srgbClr val="26865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52728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EC2 Ubuntu 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/mnt/ontap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3200400" cy="1005840"/>
          </a:xfrm>
          <a:prstGeom prst="roundRect">
            <a:avLst>
              <a:gd name="adj" fmla="val 9091"/>
            </a:avLst>
          </a:prstGeom>
          <a:solidFill>
            <a:srgbClr val="EDF7F0"/>
          </a:solidFill>
          <a:ln w="20320">
            <a:solidFill>
              <a:srgbClr val="2686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3081528"/>
            <a:ext cx="29626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EC2 Ubuntu B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/mnt/ontap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09160" y="1874520"/>
            <a:ext cx="2971800" cy="1097280"/>
          </a:xfrm>
          <a:prstGeom prst="roundRect">
            <a:avLst>
              <a:gd name="adj" fmla="val 8333"/>
            </a:avLst>
          </a:prstGeom>
          <a:solidFill>
            <a:srgbClr val="FFF3E6"/>
          </a:solidFill>
          <a:ln w="20320">
            <a:solidFill>
              <a:srgbClr val="F39B3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28032" y="1984248"/>
            <a:ext cx="27340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 NFS data LIF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 2049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503920" y="187452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EAF4FA"/>
          </a:solidFill>
          <a:ln w="20320">
            <a:solidFill>
              <a:srgbClr val="1673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22792" y="1984248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SVM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NFS server + export policy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503920" y="4023360"/>
            <a:ext cx="3200400" cy="1097280"/>
          </a:xfrm>
          <a:prstGeom prst="roundRect">
            <a:avLst>
              <a:gd name="adj" fmla="val 8333"/>
            </a:avLst>
          </a:prstGeom>
          <a:solidFill>
            <a:srgbClr val="DDF2F0"/>
          </a:solidFill>
          <a:ln w="20320">
            <a:solidFill>
              <a:srgbClr val="00A6A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22792" y="4133088"/>
            <a:ext cx="29626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demovol1 • /vol1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203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FlexVol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703320" y="1645920"/>
            <a:ext cx="1005840" cy="594360"/>
          </a:xfrm>
          <a:prstGeom prst="line">
            <a:avLst/>
          </a:prstGeom>
          <a:noFill/>
          <a:ln w="25400">
            <a:solidFill>
              <a:srgbClr val="00A6A0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03320" y="3474720"/>
            <a:ext cx="1005840" cy="-1051560"/>
          </a:xfrm>
          <a:prstGeom prst="line">
            <a:avLst/>
          </a:prstGeom>
          <a:noFill/>
          <a:ln w="25400">
            <a:solidFill>
              <a:srgbClr val="00A6A0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7680960" y="2423160"/>
            <a:ext cx="822960" cy="0"/>
          </a:xfrm>
          <a:prstGeom prst="line">
            <a:avLst/>
          </a:prstGeom>
          <a:noFill/>
          <a:ln w="25400">
            <a:solidFill>
              <a:srgbClr val="00A6A0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10104120" y="2971800"/>
            <a:ext cx="0" cy="1051560"/>
          </a:xfrm>
          <a:prstGeom prst="line">
            <a:avLst/>
          </a:prstGeom>
          <a:noFill/>
          <a:ln w="25400">
            <a:solidFill>
              <a:srgbClr val="00A6A0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457200" y="651967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Conceptual architecture • Not to scale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lab environment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File system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fs-0ccfa8c64e72e3695 • us-east-1 • 1024 GiB provisioned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Management endpoint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172.31.95.5 • SSH TCP 22 • fsxadmin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SVM NFS endpoint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172.31.92.37 • NFS TCP 2049 • no username@host in mount syntax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Volume and client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demovol1 • 10 GiB • junction /vol1 • Ubuntu 172.31.43.59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Connectivity: the four gates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1. DNS and routing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getent hosts &lt;SVM_DNS&gt; ; ip route get 172.31.92.37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2. Transport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nc -zv -w 5 172.31.92.37 2049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3. NFS service and export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vserver nfs show ; vserver export-policy rule show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4. Unix identity and permissions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id ; ls -ldn /mnt/ontap ; export-policy check-access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Live demo: install and mount NFSv4.1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Install client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sudo apt update &amp;&amp; sudo apt install -y nfs-common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Create local directory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sudo mkdir -p /mnt/ontap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Check port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nc -zv -w 5 172.31.92.37 2049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Mount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sudo mount -t nfs -o vers=4.1 172.31.92.37:/vol1 /mnt/ontap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507492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6636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Validate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findmnt /mnt/ontap ; nfsstat -m ; df -hT /mnt/ontap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EC2 instances: collaborative demo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EC2 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echo "From A" &gt; /mnt/ontap/shared.txt (requires write permission)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EC2 B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Mount the identical NFS endpoint and junction path; cat /mnt/ontap/shared.txt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Consistency and safety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Both access the same files; applications must coordinate concurrent writes and locking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No EBS attach step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NFS mount is a network filesystem, not a block-volume attachment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ONTAP CLI: first-response commands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Cluster health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cluster show ; system health status show ; system health alert show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SVM and volumes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vserver show ; volume show ; volume show -fields junction-path,state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NFS and export policies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vserver nfs show ; vserver export-policy rule show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Interfaces and routes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network interface show ; network route show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507492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6636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Events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event log show ; event log show -severity ERROR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Linux NFS diagnostics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Mount and state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findmnt /mnt/ontap ; df -hT /mnt/ontap ; nfsstat -m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Connectivity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getent hosts &lt;SVM_DNS&gt; ; nc -zv -w 5 &lt;SVM_IP&gt; 2049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NFS debug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sudo mount -v -t nfs -o vers=4.1 &lt;SVM_IP&gt;:/vol1 /mnt/ontap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Logs and identities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sudo dmesg | tail -40 ; id ; ls -ldn /mnt/ontap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507492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6636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Unmount and persistence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sudo umount /mnt/ontap ; sudo mount -a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1: Mount hangs / timeout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14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nc to TCP 2049 times out; mount process appears stuck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Investigate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SVM NFS endpoint (not management IP), FSx inbound SG, EC2 outbound SG, VPC routes/NACLs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Classify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Network/transport failure before export policy or UID/GID checks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Escalation payload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Client IP, SVM endpoint, timestamp, port test, FSx ID, security group IDs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2: Access denied on mount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TCP 2049 is reachable; mount.nfs reports access denied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Investigate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Volume junction path; volume export policy; NFSv4 protocol enabled; export rules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ONTAP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volume show -fields junction-path,policy ; vserver export-policy rule show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Classify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NFS authorization/namespace issue rather than a TCP connectivity issue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3: Mount works, write denied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Evidence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findmnt succeeds; touch or mkdir returns Permission denied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Investigate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Numeric UID/GID, mode bits, ACLs, export rule, root squashing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Linux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id ; ls -ldn /mnt/ontap ; touch /mnt/ontap/test.txt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Do not do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Do not blindly chmod -R 777 or disable root squashing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Case 4: Capacity or performance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Capacity checks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df -hT /mnt/ontap ; volume show-space ; snapshot usage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Performance dimensions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Throughput, IOPS, latency, burst limits, client load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Observe in AWS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CloudWatch FSx storage, throughput, IOPS, and latency metrics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Escalate with baselines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Time window, affected volumes, clients, workload rate, change history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workflow: L1 vs L1.5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L1 • Detect and classify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Confirm impact, collect timestamps, check alerts and health, run safe read-only tests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L1.5 • Isolate layer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Trace client → DNS → network → SVM NFS → policy → Unix permissions → volume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L2/L3 • Change control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Approved modifications to export policies, performance sizing, destructive changes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Stop conditions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Potential data loss, widespread outage, HA abnormalities, uncertain security impact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Safety rules for training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No destructive changes during demo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Avoid delete, restore, offline, LUN remap, or unapproved policy edits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Least privilege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Restrict SSH TCP 22 and NFS TCP 2049 to required security groups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Use production-safe mount options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Do not normalize soft mounts for database or critical write workloads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AWS ownership boundary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Treat FSx HA and underlying infrastructure as AWS-managed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Hands-on lab: student checklist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20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Lab 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Identify FSx file system, SVM, NFS endpoint, volume junction path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Lab 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Prove TCP 2049 and mount from EC2-A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Lab 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Mount from EC2-B; demonstrate shared read/write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Lab 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Simulate denied access in a safe sandbox and capture evidence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507492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6636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Lab 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Create incident summary with fault layer and escalation decision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Q1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Why does an NFS mount not use fsxadmin@server?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Q2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Which IP is appropriate for NFS: 172.31.95.5 or 172.31.92.37?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Q3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What does successful TCP 2049 prove—and what does it not prove?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Q4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What changes when two EC2 instances write concurrently?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30352" y="507492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" y="516636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Q5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77240" y="548640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Who owns FSx physical HA infrastructure vs export-policy permissions?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0243A"/>
          </a:solidFill>
          <a:ln w="12700">
            <a:solidFill>
              <a:srgbClr val="1024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55448"/>
            <a:ext cx="11155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 and closing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30352" y="65196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2677B"/>
                </a:solidFill>
              </a:rPr>
              <a:t>STORAGE OPERATIONS • L1 / L1.5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155680" y="6492240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2677B"/>
                </a:solidFill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30352" y="105156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EAF4FA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114300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AWS user guide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7240" y="146304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docs.aws.amazon.com/fsx/latest/ONTAPGuide/what-is-fsx-ontap.html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05740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214884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ONTAP docs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docs.netapp.com/us-en/ontap/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30352" y="306324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15468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Important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77240" y="347472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CLI availability varies by ONTAP version and AWS FSx administrative permissions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30352" y="4069080"/>
            <a:ext cx="11082528" cy="841248"/>
          </a:xfrm>
          <a:prstGeom prst="roundRect">
            <a:avLst>
              <a:gd name="adj" fmla="val 8696"/>
            </a:avLst>
          </a:prstGeom>
          <a:solidFill>
            <a:srgbClr val="F7FAFC"/>
          </a:solidFill>
          <a:ln w="12700">
            <a:solidFill>
              <a:srgbClr val="D7E7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9808" y="4160520"/>
            <a:ext cx="10515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03348"/>
                </a:solidFill>
              </a:rPr>
              <a:t>Takeaway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77240" y="4480560"/>
            <a:ext cx="104241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677B"/>
                </a:solidFill>
              </a:rPr>
              <a:t>Troubleshoot in layers: network → NFS → export policy → Unix rights → volume → performance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ONTAP FSx SVM NFS Storage Operations</dc:title>
  <dc:subject>ONTAP FSx SVM NFS L1 and L1.5</dc:subject>
  <dc:creator>Storage Training</dc:creator>
  <cp:lastModifiedBy>Storage Training</cp:lastModifiedBy>
  <cp:revision>1</cp:revision>
  <dcterms:created xsi:type="dcterms:W3CDTF">2026-10-11T16:03:21Z</dcterms:created>
  <dcterms:modified xsi:type="dcterms:W3CDTF">2026-10-11T16:03:21Z</dcterms:modified>
</cp:coreProperties>
</file>